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dual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5" name="Picture 4" descr="residual-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998" y="7287"/>
            <a:ext cx="7958486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419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82" y="1209806"/>
            <a:ext cx="4066699" cy="46497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